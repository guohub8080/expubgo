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7997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DEEA"/>
    <a:srgbClr val="7CB342"/>
    <a:srgbClr val="607D8B"/>
    <a:srgbClr val="FFEB3B"/>
    <a:srgbClr val="F9A825"/>
    <a:srgbClr val="5D4037"/>
    <a:srgbClr val="673AB7"/>
    <a:srgbClr val="BF360C"/>
    <a:srgbClr val="CFD8DC"/>
    <a:srgbClr val="FFC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73" autoAdjust="0"/>
    <p:restoredTop sz="94660"/>
  </p:normalViewPr>
  <p:slideViewPr>
    <p:cSldViewPr snapToGrid="0">
      <p:cViewPr varScale="1">
        <p:scale>
          <a:sx n="58" d="100"/>
          <a:sy n="58" d="100"/>
        </p:scale>
        <p:origin x="475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945943"/>
            <a:ext cx="9179799" cy="626689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9454516"/>
            <a:ext cx="8099822" cy="434599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911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814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4487671"/>
            <a:ext cx="9314796" cy="7487774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12046282"/>
            <a:ext cx="9314796" cy="3937644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57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4791843"/>
            <a:ext cx="4589899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4791843"/>
            <a:ext cx="4589899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45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58373"/>
            <a:ext cx="9314796" cy="3479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4412664"/>
            <a:ext cx="4568805" cy="2162578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6575242"/>
            <a:ext cx="4568805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4412664"/>
            <a:ext cx="4591306" cy="2162578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6575242"/>
            <a:ext cx="4591306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637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3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27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200044"/>
            <a:ext cx="3483205" cy="420015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591766"/>
            <a:ext cx="5467380" cy="12792138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5400199"/>
            <a:ext cx="3483205" cy="10004536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891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200044"/>
            <a:ext cx="3483205" cy="420015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591766"/>
            <a:ext cx="5467380" cy="12792138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5400199"/>
            <a:ext cx="3483205" cy="10004536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719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796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958369"/>
            <a:ext cx="2328699" cy="15254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958369"/>
            <a:ext cx="6851100" cy="15254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22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958373"/>
            <a:ext cx="9314796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4791843"/>
            <a:ext cx="9314796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6683952"/>
            <a:ext cx="2429947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6683952"/>
            <a:ext cx="3644920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6683952"/>
            <a:ext cx="2429947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51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87DEA32-7A55-A3B4-0766-79249D3F87C2}"/>
              </a:ext>
            </a:extLst>
          </p:cNvPr>
          <p:cNvSpPr/>
          <p:nvPr/>
        </p:nvSpPr>
        <p:spPr>
          <a:xfrm>
            <a:off x="0" y="0"/>
            <a:ext cx="10799763" cy="18000663"/>
          </a:xfrm>
          <a:prstGeom prst="rect">
            <a:avLst/>
          </a:prstGeom>
          <a:solidFill>
            <a:srgbClr val="1461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E3BA1C-A353-B1BA-5B2A-8E64046E0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41436" y="3336141"/>
            <a:ext cx="10799763" cy="81324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3E6F74B-1DF8-AC00-E7BD-AC4095BA41DB}"/>
              </a:ext>
            </a:extLst>
          </p:cNvPr>
          <p:cNvSpPr txBox="1"/>
          <p:nvPr/>
        </p:nvSpPr>
        <p:spPr>
          <a:xfrm>
            <a:off x="524917" y="11676370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42A5F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300×500</a:t>
            </a:r>
            <a:endParaRPr lang="zh-CN" altLang="en-US" sz="13800" dirty="0">
              <a:solidFill>
                <a:srgbClr val="42A5F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9D2533-34E0-E940-49A1-10DA5A8007A0}"/>
              </a:ext>
            </a:extLst>
          </p:cNvPr>
          <p:cNvSpPr txBox="1"/>
          <p:nvPr/>
        </p:nvSpPr>
        <p:spPr>
          <a:xfrm>
            <a:off x="524917" y="3336141"/>
            <a:ext cx="9749928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rgbClr val="42A5F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1</a:t>
            </a:r>
            <a:endParaRPr lang="zh-CN" altLang="en-US" sz="41300" dirty="0">
              <a:solidFill>
                <a:srgbClr val="42A5F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3209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4C361-52F7-3011-263A-367E1DF1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376657B-9F5C-6F23-D758-41926ED44265}"/>
              </a:ext>
            </a:extLst>
          </p:cNvPr>
          <p:cNvSpPr/>
          <p:nvPr/>
        </p:nvSpPr>
        <p:spPr>
          <a:xfrm>
            <a:off x="0" y="0"/>
            <a:ext cx="10799763" cy="18000663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CCC65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3DC78DB-794D-414B-A555-DCE5647A0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41436" y="3336141"/>
            <a:ext cx="10799763" cy="81324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153DEF-5F59-D2D6-5826-B3A3B1AA1F8C}"/>
              </a:ext>
            </a:extLst>
          </p:cNvPr>
          <p:cNvSpPr txBox="1"/>
          <p:nvPr/>
        </p:nvSpPr>
        <p:spPr>
          <a:xfrm>
            <a:off x="524917" y="11676370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9CCC6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300×500</a:t>
            </a:r>
            <a:endParaRPr lang="zh-CN" altLang="en-US" sz="13800" dirty="0">
              <a:solidFill>
                <a:srgbClr val="9CCC6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A4C3BF-FC67-0752-AAF7-9E7056D1DCC4}"/>
              </a:ext>
            </a:extLst>
          </p:cNvPr>
          <p:cNvSpPr txBox="1"/>
          <p:nvPr/>
        </p:nvSpPr>
        <p:spPr>
          <a:xfrm>
            <a:off x="524917" y="3336141"/>
            <a:ext cx="9749928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rgbClr val="9CCC6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2</a:t>
            </a:r>
            <a:endParaRPr lang="zh-CN" altLang="en-US" sz="41300" dirty="0">
              <a:solidFill>
                <a:srgbClr val="9CCC6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843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BFCC-9771-BA66-79A4-42440A45E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E1171F6-74EE-3814-5AF2-6BE27F334310}"/>
              </a:ext>
            </a:extLst>
          </p:cNvPr>
          <p:cNvSpPr/>
          <p:nvPr/>
        </p:nvSpPr>
        <p:spPr>
          <a:xfrm>
            <a:off x="0" y="0"/>
            <a:ext cx="10799763" cy="18000663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651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678F9F-E3BC-67AA-2437-1B75D1F46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41436" y="3336141"/>
            <a:ext cx="10799763" cy="81324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D8D0260-E630-AFFF-AC1D-299CC1D61883}"/>
              </a:ext>
            </a:extLst>
          </p:cNvPr>
          <p:cNvSpPr txBox="1"/>
          <p:nvPr/>
        </p:nvSpPr>
        <p:spPr>
          <a:xfrm>
            <a:off x="524917" y="11676370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E65100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300×500</a:t>
            </a:r>
            <a:endParaRPr lang="zh-CN" altLang="en-US" sz="13800" dirty="0">
              <a:solidFill>
                <a:srgbClr val="E65100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E69FAE-E0DA-ABE5-DC14-900204C15397}"/>
              </a:ext>
            </a:extLst>
          </p:cNvPr>
          <p:cNvSpPr txBox="1"/>
          <p:nvPr/>
        </p:nvSpPr>
        <p:spPr>
          <a:xfrm>
            <a:off x="524917" y="3336141"/>
            <a:ext cx="9749928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rgbClr val="E65100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</a:t>
            </a:r>
            <a:endParaRPr lang="zh-CN" altLang="en-US" sz="41300" dirty="0">
              <a:solidFill>
                <a:srgbClr val="E65100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882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39321-C70E-0A6B-37D1-19B9F86AF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95AABBC-EB13-BC7B-FD06-1ACB0600827B}"/>
              </a:ext>
            </a:extLst>
          </p:cNvPr>
          <p:cNvSpPr/>
          <p:nvPr/>
        </p:nvSpPr>
        <p:spPr>
          <a:xfrm>
            <a:off x="0" y="0"/>
            <a:ext cx="10799763" cy="18000663"/>
          </a:xfrm>
          <a:prstGeom prst="rect">
            <a:avLst/>
          </a:prstGeom>
          <a:solidFill>
            <a:srgbClr val="FF8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59D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A05547-1FBE-14F5-4F6E-6CFD58CE5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41436" y="3336141"/>
            <a:ext cx="10799763" cy="81324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41EDE33-A4AC-5A7A-7ADA-813D6CA85A7C}"/>
              </a:ext>
            </a:extLst>
          </p:cNvPr>
          <p:cNvSpPr txBox="1"/>
          <p:nvPr/>
        </p:nvSpPr>
        <p:spPr>
          <a:xfrm>
            <a:off x="524917" y="11676370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FFF59D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300×500</a:t>
            </a:r>
            <a:endParaRPr lang="zh-CN" altLang="en-US" sz="13800" dirty="0">
              <a:solidFill>
                <a:srgbClr val="FFF59D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E232F4-5710-1F65-9A74-C6948893BE0B}"/>
              </a:ext>
            </a:extLst>
          </p:cNvPr>
          <p:cNvSpPr txBox="1"/>
          <p:nvPr/>
        </p:nvSpPr>
        <p:spPr>
          <a:xfrm>
            <a:off x="524917" y="3336141"/>
            <a:ext cx="9749928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rgbClr val="FFF59D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4</a:t>
            </a:r>
            <a:endParaRPr lang="zh-CN" altLang="en-US" sz="41300" dirty="0">
              <a:solidFill>
                <a:srgbClr val="FFF59D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3069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DC8B-1838-FB5A-594C-58F0867C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239727A-D264-AA68-D91E-44931F6B2354}"/>
              </a:ext>
            </a:extLst>
          </p:cNvPr>
          <p:cNvSpPr/>
          <p:nvPr/>
        </p:nvSpPr>
        <p:spPr>
          <a:xfrm>
            <a:off x="0" y="0"/>
            <a:ext cx="10799763" cy="18000663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5E1A5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5E0132-23EC-43D8-DFBB-3239E32AB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41436" y="3336141"/>
            <a:ext cx="10799763" cy="81324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30B9D82-BC12-445C-FDA0-A8ED1967F6DF}"/>
              </a:ext>
            </a:extLst>
          </p:cNvPr>
          <p:cNvSpPr txBox="1"/>
          <p:nvPr/>
        </p:nvSpPr>
        <p:spPr>
          <a:xfrm>
            <a:off x="524917" y="11676370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C5E1A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300×500</a:t>
            </a:r>
            <a:endParaRPr lang="zh-CN" altLang="en-US" sz="13800" dirty="0">
              <a:solidFill>
                <a:srgbClr val="C5E1A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D92CF8-B615-4185-2770-F353A9CB41DA}"/>
              </a:ext>
            </a:extLst>
          </p:cNvPr>
          <p:cNvSpPr txBox="1"/>
          <p:nvPr/>
        </p:nvSpPr>
        <p:spPr>
          <a:xfrm>
            <a:off x="524917" y="3336141"/>
            <a:ext cx="9749928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rgbClr val="C5E1A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5</a:t>
            </a:r>
            <a:endParaRPr lang="zh-CN" altLang="en-US" sz="41300" dirty="0">
              <a:solidFill>
                <a:srgbClr val="C5E1A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485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36B3D-AB61-FEAB-C42A-809340F69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A3D01C-1BEA-9505-429F-1ACEE36D3167}"/>
              </a:ext>
            </a:extLst>
          </p:cNvPr>
          <p:cNvSpPr/>
          <p:nvPr/>
        </p:nvSpPr>
        <p:spPr>
          <a:xfrm>
            <a:off x="0" y="0"/>
            <a:ext cx="10799763" cy="18000663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E0B2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969792-CAE3-BB1C-BD0B-64EAE4B95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41436" y="3336141"/>
            <a:ext cx="10799763" cy="81324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9C74EBB-015F-1EE3-0891-3595B2A788E7}"/>
              </a:ext>
            </a:extLst>
          </p:cNvPr>
          <p:cNvSpPr txBox="1"/>
          <p:nvPr/>
        </p:nvSpPr>
        <p:spPr>
          <a:xfrm>
            <a:off x="524917" y="11676370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FFE0B2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300×500</a:t>
            </a:r>
            <a:endParaRPr lang="zh-CN" altLang="en-US" sz="13800" dirty="0">
              <a:solidFill>
                <a:srgbClr val="FFE0B2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06FF0B-7493-45C8-D382-1190755EBF2D}"/>
              </a:ext>
            </a:extLst>
          </p:cNvPr>
          <p:cNvSpPr txBox="1"/>
          <p:nvPr/>
        </p:nvSpPr>
        <p:spPr>
          <a:xfrm>
            <a:off x="524917" y="3336141"/>
            <a:ext cx="9749928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rgbClr val="FFE0B2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6</a:t>
            </a:r>
            <a:endParaRPr lang="zh-CN" altLang="en-US" sz="41300" dirty="0">
              <a:solidFill>
                <a:srgbClr val="FFE0B2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9328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AE267-A5C0-9939-9728-D2272CE1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22ADB31-693E-9121-570F-3B2818650822}"/>
              </a:ext>
            </a:extLst>
          </p:cNvPr>
          <p:cNvSpPr/>
          <p:nvPr/>
        </p:nvSpPr>
        <p:spPr>
          <a:xfrm>
            <a:off x="0" y="0"/>
            <a:ext cx="10799763" cy="18000663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F360C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8DAD74-E08C-3C9C-1E06-FEAA56211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41436" y="3336141"/>
            <a:ext cx="10799763" cy="81324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1A1883-8FBA-87D9-65BA-36C4416A1F64}"/>
              </a:ext>
            </a:extLst>
          </p:cNvPr>
          <p:cNvSpPr txBox="1"/>
          <p:nvPr/>
        </p:nvSpPr>
        <p:spPr>
          <a:xfrm>
            <a:off x="524917" y="11676370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BF360C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300×500</a:t>
            </a:r>
            <a:endParaRPr lang="zh-CN" altLang="en-US" sz="13800" dirty="0">
              <a:solidFill>
                <a:srgbClr val="BF360C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4FF6F4-D130-07CD-A0DC-DEBC0FACB429}"/>
              </a:ext>
            </a:extLst>
          </p:cNvPr>
          <p:cNvSpPr txBox="1"/>
          <p:nvPr/>
        </p:nvSpPr>
        <p:spPr>
          <a:xfrm>
            <a:off x="524917" y="3336141"/>
            <a:ext cx="9749928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rgbClr val="BF360C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7</a:t>
            </a:r>
            <a:endParaRPr lang="zh-CN" altLang="en-US" sz="41300" dirty="0">
              <a:solidFill>
                <a:srgbClr val="BF360C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2903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8B726-9394-6925-D337-50C68890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1AADAC7-9A22-D07D-4E03-6E53A816E77B}"/>
              </a:ext>
            </a:extLst>
          </p:cNvPr>
          <p:cNvSpPr/>
          <p:nvPr/>
        </p:nvSpPr>
        <p:spPr>
          <a:xfrm>
            <a:off x="0" y="0"/>
            <a:ext cx="10799763" cy="18000663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9A825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07FBCF-CFBF-BADB-CC19-69BD7F498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41436" y="3336141"/>
            <a:ext cx="10799763" cy="81324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D25B7C2-2D0E-7876-572E-489055944074}"/>
              </a:ext>
            </a:extLst>
          </p:cNvPr>
          <p:cNvSpPr txBox="1"/>
          <p:nvPr/>
        </p:nvSpPr>
        <p:spPr>
          <a:xfrm>
            <a:off x="524917" y="11676370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F9A82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300×500</a:t>
            </a:r>
            <a:endParaRPr lang="zh-CN" altLang="en-US" sz="13800" dirty="0">
              <a:solidFill>
                <a:srgbClr val="F9A82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236D9A-BCCF-7C2D-19EC-86EBBF99BD92}"/>
              </a:ext>
            </a:extLst>
          </p:cNvPr>
          <p:cNvSpPr txBox="1"/>
          <p:nvPr/>
        </p:nvSpPr>
        <p:spPr>
          <a:xfrm>
            <a:off x="524917" y="3336141"/>
            <a:ext cx="9749928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rgbClr val="F9A82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8</a:t>
            </a:r>
            <a:endParaRPr lang="zh-CN" altLang="en-US" sz="41300" dirty="0">
              <a:solidFill>
                <a:srgbClr val="F9A82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7358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D5865-56BE-2213-5BAB-DE9131415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E809D06-4197-F158-57F4-CFA2EA63E02E}"/>
              </a:ext>
            </a:extLst>
          </p:cNvPr>
          <p:cNvSpPr/>
          <p:nvPr/>
        </p:nvSpPr>
        <p:spPr>
          <a:xfrm>
            <a:off x="0" y="0"/>
            <a:ext cx="10799763" cy="18000663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80DEEA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25D94D-41E4-7F3C-1652-2AD877FC9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41436" y="3336141"/>
            <a:ext cx="10799763" cy="81324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53A339A-42D8-D695-3E03-A9F316CA6B46}"/>
              </a:ext>
            </a:extLst>
          </p:cNvPr>
          <p:cNvSpPr txBox="1"/>
          <p:nvPr/>
        </p:nvSpPr>
        <p:spPr>
          <a:xfrm>
            <a:off x="524917" y="11676370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80DEEA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300×500</a:t>
            </a:r>
            <a:endParaRPr lang="zh-CN" altLang="en-US" sz="13800" dirty="0">
              <a:solidFill>
                <a:srgbClr val="80DEEA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E60890-D586-9641-7FDF-52953B3D5AC5}"/>
              </a:ext>
            </a:extLst>
          </p:cNvPr>
          <p:cNvSpPr txBox="1"/>
          <p:nvPr/>
        </p:nvSpPr>
        <p:spPr>
          <a:xfrm>
            <a:off x="524917" y="3336141"/>
            <a:ext cx="9749928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rgbClr val="80DEEA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9</a:t>
            </a:r>
            <a:endParaRPr lang="zh-CN" altLang="en-US" sz="41300" dirty="0">
              <a:solidFill>
                <a:srgbClr val="80DEEA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9311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18</Words>
  <Application>Microsoft Office PowerPoint</Application>
  <PresentationFormat>自定义</PresentationFormat>
  <Paragraphs>18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MiSans Semibold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uo g</dc:creator>
  <cp:lastModifiedBy>uo g</cp:lastModifiedBy>
  <cp:revision>1</cp:revision>
  <dcterms:created xsi:type="dcterms:W3CDTF">2025-10-06T05:28:57Z</dcterms:created>
  <dcterms:modified xsi:type="dcterms:W3CDTF">2025-10-06T05:46:17Z</dcterms:modified>
</cp:coreProperties>
</file>