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</p:sldIdLst>
  <p:sldSz cx="107997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DEEA"/>
    <a:srgbClr val="607D8B"/>
    <a:srgbClr val="F9A825"/>
    <a:srgbClr val="673AB7"/>
    <a:srgbClr val="BF360C"/>
    <a:srgbClr val="FFA726"/>
    <a:srgbClr val="FFE0B2"/>
    <a:srgbClr val="6D4C41"/>
    <a:srgbClr val="C5E1A5"/>
    <a:srgbClr val="4CA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73" autoAdjust="0"/>
    <p:restoredTop sz="94660"/>
  </p:normalViewPr>
  <p:slideViewPr>
    <p:cSldViewPr snapToGrid="0">
      <p:cViewPr>
        <p:scale>
          <a:sx n="25" d="100"/>
          <a:sy n="25" d="100"/>
        </p:scale>
        <p:origin x="5864" y="2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767462"/>
            <a:ext cx="9179799" cy="375991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5672376"/>
            <a:ext cx="8099822" cy="2607442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24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540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2692444"/>
            <a:ext cx="9314796" cy="4492401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7227345"/>
            <a:ext cx="9314796" cy="2362447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482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2874937"/>
            <a:ext cx="4589899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2874937"/>
            <a:ext cx="4589899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171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74990"/>
            <a:ext cx="9314796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2647443"/>
            <a:ext cx="4568805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3944914"/>
            <a:ext cx="4568805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2647443"/>
            <a:ext cx="4591306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3944914"/>
            <a:ext cx="4591306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7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501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044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554968"/>
            <a:ext cx="5467380" cy="7674832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152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554968"/>
            <a:ext cx="5467380" cy="7674832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512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574987"/>
            <a:ext cx="2328699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574987"/>
            <a:ext cx="6851100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40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574990"/>
            <a:ext cx="9314796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874937"/>
            <a:ext cx="9314796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505BBA-B0C7-4D8B-B263-104F8310AC07}" type="datetimeFigureOut">
              <a:rPr lang="zh-CN" altLang="en-US" smtClean="0"/>
              <a:t>2025-10-06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0009783"/>
            <a:ext cx="364492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B2A3E5-D91D-4206-BB73-DA7A6251D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339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87DEA32-7A55-A3B4-0766-79249D3F87C2}"/>
              </a:ext>
            </a:extLst>
          </p:cNvPr>
          <p:cNvSpPr/>
          <p:nvPr/>
        </p:nvSpPr>
        <p:spPr>
          <a:xfrm>
            <a:off x="1" y="0"/>
            <a:ext cx="10799763" cy="10799764"/>
          </a:xfrm>
          <a:prstGeom prst="rect">
            <a:avLst/>
          </a:prstGeom>
          <a:solidFill>
            <a:srgbClr val="1461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BE3BA1C-A353-B1BA-5B2A-8E64046E0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41436" y="-264309"/>
            <a:ext cx="10799763" cy="813241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3E6F74B-1DF8-AC00-E7BD-AC4095BA41DB}"/>
              </a:ext>
            </a:extLst>
          </p:cNvPr>
          <p:cNvSpPr txBox="1"/>
          <p:nvPr/>
        </p:nvSpPr>
        <p:spPr>
          <a:xfrm>
            <a:off x="524917" y="7212321"/>
            <a:ext cx="97499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42A5F5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300×300</a:t>
            </a:r>
            <a:endParaRPr lang="zh-CN" altLang="en-US" sz="13800" dirty="0">
              <a:solidFill>
                <a:srgbClr val="42A5F5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9D2533-34E0-E940-49A1-10DA5A8007A0}"/>
              </a:ext>
            </a:extLst>
          </p:cNvPr>
          <p:cNvSpPr txBox="1"/>
          <p:nvPr/>
        </p:nvSpPr>
        <p:spPr>
          <a:xfrm>
            <a:off x="524917" y="1371451"/>
            <a:ext cx="974992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4400" dirty="0">
                <a:solidFill>
                  <a:srgbClr val="42A5F5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1</a:t>
            </a:r>
            <a:endParaRPr lang="zh-CN" altLang="en-US" sz="34400" dirty="0">
              <a:solidFill>
                <a:srgbClr val="42A5F5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3209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5967E-B82C-3FDC-87D6-FB9572443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BC0ED56-4B21-F98D-C8E0-C5FF8552CC31}"/>
              </a:ext>
            </a:extLst>
          </p:cNvPr>
          <p:cNvSpPr/>
          <p:nvPr/>
        </p:nvSpPr>
        <p:spPr>
          <a:xfrm>
            <a:off x="1" y="0"/>
            <a:ext cx="10799763" cy="1079976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CCC65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A8ABF3-09D4-E3C8-94CA-8972A0BB2616}"/>
              </a:ext>
            </a:extLst>
          </p:cNvPr>
          <p:cNvSpPr txBox="1"/>
          <p:nvPr/>
        </p:nvSpPr>
        <p:spPr>
          <a:xfrm>
            <a:off x="524917" y="7212321"/>
            <a:ext cx="97499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9CCC65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300×300</a:t>
            </a:r>
            <a:endParaRPr lang="zh-CN" altLang="en-US" sz="13800" dirty="0">
              <a:solidFill>
                <a:srgbClr val="9CCC65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F9FBBDC-C4AE-7B96-4960-7F34A145DBE5}"/>
              </a:ext>
            </a:extLst>
          </p:cNvPr>
          <p:cNvSpPr txBox="1"/>
          <p:nvPr/>
        </p:nvSpPr>
        <p:spPr>
          <a:xfrm>
            <a:off x="524917" y="1371451"/>
            <a:ext cx="974992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4400" dirty="0">
                <a:solidFill>
                  <a:srgbClr val="9CCC65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2</a:t>
            </a:r>
            <a:endParaRPr lang="zh-CN" altLang="en-US" sz="34400" dirty="0">
              <a:solidFill>
                <a:srgbClr val="9CCC65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300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C785D-9CBE-F467-624B-A162731E3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0E9E63D-5DFE-61AF-562B-DAEC40A5B7DE}"/>
              </a:ext>
            </a:extLst>
          </p:cNvPr>
          <p:cNvSpPr/>
          <p:nvPr/>
        </p:nvSpPr>
        <p:spPr>
          <a:xfrm>
            <a:off x="1" y="0"/>
            <a:ext cx="10799763" cy="10799764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651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25B223-1F7C-202D-15C3-086050A489A9}"/>
              </a:ext>
            </a:extLst>
          </p:cNvPr>
          <p:cNvSpPr txBox="1"/>
          <p:nvPr/>
        </p:nvSpPr>
        <p:spPr>
          <a:xfrm>
            <a:off x="524917" y="7212321"/>
            <a:ext cx="97499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E65100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300×300</a:t>
            </a:r>
            <a:endParaRPr lang="zh-CN" altLang="en-US" sz="13800" dirty="0">
              <a:solidFill>
                <a:srgbClr val="E65100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4585E70-66CF-C708-84E1-12793D19918D}"/>
              </a:ext>
            </a:extLst>
          </p:cNvPr>
          <p:cNvSpPr txBox="1"/>
          <p:nvPr/>
        </p:nvSpPr>
        <p:spPr>
          <a:xfrm>
            <a:off x="524917" y="1371451"/>
            <a:ext cx="974992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4400" dirty="0">
                <a:solidFill>
                  <a:srgbClr val="E65100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3</a:t>
            </a:r>
            <a:endParaRPr lang="zh-CN" altLang="en-US" sz="34400" dirty="0">
              <a:solidFill>
                <a:srgbClr val="E65100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9922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D81EE-6BEB-1EF8-DAB6-34C7FF7F9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19577EF-E6D7-A406-14DB-7EE2C7A48768}"/>
              </a:ext>
            </a:extLst>
          </p:cNvPr>
          <p:cNvSpPr/>
          <p:nvPr/>
        </p:nvSpPr>
        <p:spPr>
          <a:xfrm>
            <a:off x="1" y="0"/>
            <a:ext cx="10799763" cy="10799764"/>
          </a:xfrm>
          <a:prstGeom prst="rect">
            <a:avLst/>
          </a:prstGeom>
          <a:solidFill>
            <a:srgbClr val="FF8A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59D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7F8E490-6680-FCFF-B8C6-E314F2F5EC6C}"/>
              </a:ext>
            </a:extLst>
          </p:cNvPr>
          <p:cNvSpPr txBox="1"/>
          <p:nvPr/>
        </p:nvSpPr>
        <p:spPr>
          <a:xfrm>
            <a:off x="524917" y="7212321"/>
            <a:ext cx="97499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FFF59D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300×300</a:t>
            </a:r>
            <a:endParaRPr lang="zh-CN" altLang="en-US" sz="13800" dirty="0">
              <a:solidFill>
                <a:srgbClr val="FFF59D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585816-EF76-3D84-9BEE-E578A305E57D}"/>
              </a:ext>
            </a:extLst>
          </p:cNvPr>
          <p:cNvSpPr txBox="1"/>
          <p:nvPr/>
        </p:nvSpPr>
        <p:spPr>
          <a:xfrm>
            <a:off x="524917" y="1371451"/>
            <a:ext cx="974992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4400" dirty="0">
                <a:solidFill>
                  <a:srgbClr val="FFF59D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4</a:t>
            </a:r>
            <a:endParaRPr lang="zh-CN" altLang="en-US" sz="34400" dirty="0">
              <a:solidFill>
                <a:srgbClr val="FFF59D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7683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DD57F-1D37-CD10-03A9-2DA5293E3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4291325-362B-A63F-7060-AAB287994253}"/>
              </a:ext>
            </a:extLst>
          </p:cNvPr>
          <p:cNvSpPr/>
          <p:nvPr/>
        </p:nvSpPr>
        <p:spPr>
          <a:xfrm>
            <a:off x="1" y="0"/>
            <a:ext cx="10799763" cy="107997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5E1A5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0B51FA-0AD6-32CC-502D-D79AC733AEFD}"/>
              </a:ext>
            </a:extLst>
          </p:cNvPr>
          <p:cNvSpPr txBox="1"/>
          <p:nvPr/>
        </p:nvSpPr>
        <p:spPr>
          <a:xfrm>
            <a:off x="524917" y="7212321"/>
            <a:ext cx="97499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C5E1A5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300×300</a:t>
            </a:r>
            <a:endParaRPr lang="zh-CN" altLang="en-US" sz="13800" dirty="0">
              <a:solidFill>
                <a:srgbClr val="C5E1A5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F0BD6D-1699-DEB5-6763-C3079EF33177}"/>
              </a:ext>
            </a:extLst>
          </p:cNvPr>
          <p:cNvSpPr txBox="1"/>
          <p:nvPr/>
        </p:nvSpPr>
        <p:spPr>
          <a:xfrm>
            <a:off x="524917" y="1371451"/>
            <a:ext cx="974992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4400" dirty="0">
                <a:solidFill>
                  <a:srgbClr val="C5E1A5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5</a:t>
            </a:r>
            <a:endParaRPr lang="zh-CN" altLang="en-US" sz="34400" dirty="0">
              <a:solidFill>
                <a:srgbClr val="C5E1A5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3974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5E070-C979-E99F-D466-760113866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6C7466E-3B1E-0DE3-0530-D4EA3FEEC8E1}"/>
              </a:ext>
            </a:extLst>
          </p:cNvPr>
          <p:cNvSpPr/>
          <p:nvPr/>
        </p:nvSpPr>
        <p:spPr>
          <a:xfrm>
            <a:off x="1" y="0"/>
            <a:ext cx="10799763" cy="10799764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E0B2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EFE22B-0DAE-7E91-8D2E-7B5B3DBF3FFF}"/>
              </a:ext>
            </a:extLst>
          </p:cNvPr>
          <p:cNvSpPr txBox="1"/>
          <p:nvPr/>
        </p:nvSpPr>
        <p:spPr>
          <a:xfrm>
            <a:off x="524917" y="7212321"/>
            <a:ext cx="97499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FFE0B2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300×300</a:t>
            </a:r>
            <a:endParaRPr lang="zh-CN" altLang="en-US" sz="13800" dirty="0">
              <a:solidFill>
                <a:srgbClr val="FFE0B2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FD9DCBF-D745-9469-E0AC-F29A967E5E90}"/>
              </a:ext>
            </a:extLst>
          </p:cNvPr>
          <p:cNvSpPr txBox="1"/>
          <p:nvPr/>
        </p:nvSpPr>
        <p:spPr>
          <a:xfrm>
            <a:off x="524917" y="1371451"/>
            <a:ext cx="974992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4400" dirty="0">
                <a:solidFill>
                  <a:srgbClr val="FFE0B2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6</a:t>
            </a:r>
            <a:endParaRPr lang="zh-CN" altLang="en-US" sz="34400" dirty="0">
              <a:solidFill>
                <a:srgbClr val="FFE0B2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7173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7D47F-8A60-27EF-D25B-EC9F7595C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4A2C3E2-F7CC-854F-D2D2-57A50FB9DEE3}"/>
              </a:ext>
            </a:extLst>
          </p:cNvPr>
          <p:cNvSpPr/>
          <p:nvPr/>
        </p:nvSpPr>
        <p:spPr>
          <a:xfrm>
            <a:off x="1" y="0"/>
            <a:ext cx="10799763" cy="10799764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BF360C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B4952B-AFA7-79CF-2DC3-D6A9E18C1406}"/>
              </a:ext>
            </a:extLst>
          </p:cNvPr>
          <p:cNvSpPr txBox="1"/>
          <p:nvPr/>
        </p:nvSpPr>
        <p:spPr>
          <a:xfrm>
            <a:off x="524917" y="7212321"/>
            <a:ext cx="97499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BF360C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300×300</a:t>
            </a:r>
            <a:endParaRPr lang="zh-CN" altLang="en-US" sz="13800" dirty="0">
              <a:solidFill>
                <a:srgbClr val="BF360C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6BD9BF-AE4A-54A1-5E6C-385AE518C6AA}"/>
              </a:ext>
            </a:extLst>
          </p:cNvPr>
          <p:cNvSpPr txBox="1"/>
          <p:nvPr/>
        </p:nvSpPr>
        <p:spPr>
          <a:xfrm>
            <a:off x="524917" y="1371451"/>
            <a:ext cx="974992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4400" dirty="0">
                <a:solidFill>
                  <a:srgbClr val="BF360C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7</a:t>
            </a:r>
            <a:endParaRPr lang="zh-CN" altLang="en-US" sz="34400" dirty="0">
              <a:solidFill>
                <a:srgbClr val="BF360C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9421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E0823-E2E0-FB4A-13F0-ADCAD721E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CA9AB22-E7AC-F576-BDB4-527C4D725F9F}"/>
              </a:ext>
            </a:extLst>
          </p:cNvPr>
          <p:cNvSpPr/>
          <p:nvPr/>
        </p:nvSpPr>
        <p:spPr>
          <a:xfrm>
            <a:off x="1" y="0"/>
            <a:ext cx="10799763" cy="10799764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9A825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ACC1CF-D293-B687-F1FF-2D2350C78FDC}"/>
              </a:ext>
            </a:extLst>
          </p:cNvPr>
          <p:cNvSpPr txBox="1"/>
          <p:nvPr/>
        </p:nvSpPr>
        <p:spPr>
          <a:xfrm>
            <a:off x="524917" y="7212321"/>
            <a:ext cx="97499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F9A825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300×300</a:t>
            </a:r>
            <a:endParaRPr lang="zh-CN" altLang="en-US" sz="13800" dirty="0">
              <a:solidFill>
                <a:srgbClr val="F9A825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DBCCE2-461F-567C-8F9E-530887717741}"/>
              </a:ext>
            </a:extLst>
          </p:cNvPr>
          <p:cNvSpPr txBox="1"/>
          <p:nvPr/>
        </p:nvSpPr>
        <p:spPr>
          <a:xfrm>
            <a:off x="524917" y="1371451"/>
            <a:ext cx="974992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4400" dirty="0">
                <a:solidFill>
                  <a:srgbClr val="F9A825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8</a:t>
            </a:r>
            <a:endParaRPr lang="zh-CN" altLang="en-US" sz="34400" dirty="0">
              <a:solidFill>
                <a:srgbClr val="F9A825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570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9F3D3-8196-457F-3A64-ECD4DED96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9FD04C3-1092-4E2F-B78D-6EEA17BB7DB2}"/>
              </a:ext>
            </a:extLst>
          </p:cNvPr>
          <p:cNvSpPr/>
          <p:nvPr/>
        </p:nvSpPr>
        <p:spPr>
          <a:xfrm>
            <a:off x="1" y="0"/>
            <a:ext cx="10799763" cy="10799764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80DEEA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2FA7B5-0A8E-1AE5-7E98-9D9B69417BA0}"/>
              </a:ext>
            </a:extLst>
          </p:cNvPr>
          <p:cNvSpPr txBox="1"/>
          <p:nvPr/>
        </p:nvSpPr>
        <p:spPr>
          <a:xfrm>
            <a:off x="524917" y="7212321"/>
            <a:ext cx="97499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80DEEA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300×300</a:t>
            </a:r>
            <a:endParaRPr lang="zh-CN" altLang="en-US" sz="13800" dirty="0">
              <a:solidFill>
                <a:srgbClr val="80DEEA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8BA5CA1-6D28-46AB-A4F5-ECCE0E93D2F5}"/>
              </a:ext>
            </a:extLst>
          </p:cNvPr>
          <p:cNvSpPr txBox="1"/>
          <p:nvPr/>
        </p:nvSpPr>
        <p:spPr>
          <a:xfrm>
            <a:off x="524917" y="1371451"/>
            <a:ext cx="974992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4400" dirty="0">
                <a:solidFill>
                  <a:srgbClr val="80DEEA"/>
                </a:solidFill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9</a:t>
            </a:r>
            <a:endParaRPr lang="zh-CN" altLang="en-US" sz="34400" dirty="0">
              <a:solidFill>
                <a:srgbClr val="80DEEA"/>
              </a:solidFill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7862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18</Words>
  <Application>Microsoft Office PowerPoint</Application>
  <PresentationFormat>自定义</PresentationFormat>
  <Paragraphs>18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MiSans Semibold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uo g</dc:creator>
  <cp:lastModifiedBy>uo g</cp:lastModifiedBy>
  <cp:revision>2</cp:revision>
  <dcterms:created xsi:type="dcterms:W3CDTF">2025-10-06T05:28:57Z</dcterms:created>
  <dcterms:modified xsi:type="dcterms:W3CDTF">2025-10-06T05:51:40Z</dcterms:modified>
</cp:coreProperties>
</file>